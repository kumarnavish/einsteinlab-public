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charts/chart2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values</c:v>
                </c:pt>
              </c:strCache>
            </c:strRef>
          </c:tx>
          <c:spPr>
            <a:solidFill>
              <a:srgbClr val="416C91"/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(a.u.)</c:v>
                </c:pt>
              </c:strCache>
            </c:strRef>
          </c:tx>
          <c:spPr>
            <a:solidFill>
              <a:srgbClr val="416C91"/>
            </a:solidFill>
          </c:spPr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Treatment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hyperlink" Target="https://ethz.ch/en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hyperlink" Target="https://ethz.ch/en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253F37"/>
                </a:solidFill>
              </a:defRPr>
            </a:pPr>
            <a:r>
              <a:t>Representative deck: chart + source link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920240"/>
            <a:ext cx="1645920" cy="822960"/>
          </a:xfrm>
          <a:prstGeom prst="roundRect">
            <a:avLst/>
          </a:prstGeom>
          <a:solidFill>
            <a:srgbClr val="3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1645920" cy="822960"/>
          </a:xfrm>
          <a:prstGeom prst="roundRect">
            <a:avLst/>
          </a:prstGeom>
          <a:solidFill>
            <a:srgbClr val="41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2103120"/>
            <a:ext cx="1005840" cy="411480"/>
          </a:xfrm>
          <a:prstGeom prst="rightArrow">
            <a:avLst/>
          </a:prstGeom>
          <a:solidFill>
            <a:srgbClr val="B6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1188720"/>
          <a:ext cx="3200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16C91"/>
                </a:solidFill>
                <a:hlinkClick r:id="rId3"/>
              </a:rPr>
              <a:t>Example citation hyperlink: ETH Zurich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Synthetic compatibility fixture. Values are test data; no research result is asserted.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253F37"/>
                </a:solidFill>
              </a:defRPr>
            </a:pPr>
            <a:r>
              <a:t>Dose-response mechanism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920240"/>
            <a:ext cx="1645920" cy="822960"/>
          </a:xfrm>
          <a:prstGeom prst="roundRect">
            <a:avLst/>
          </a:prstGeom>
          <a:solidFill>
            <a:srgbClr val="3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1645920" cy="822960"/>
          </a:xfrm>
          <a:prstGeom prst="roundRect">
            <a:avLst/>
          </a:prstGeom>
          <a:solidFill>
            <a:srgbClr val="416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2103120"/>
            <a:ext cx="1005840" cy="411480"/>
          </a:xfrm>
          <a:prstGeom prst="rightArrow">
            <a:avLst/>
          </a:prstGeom>
          <a:solidFill>
            <a:srgbClr val="B6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1188720"/>
          <a:ext cx="3200400" cy="310896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16C91"/>
                </a:solidFill>
                <a:hlinkClick r:id="rId3"/>
              </a:rPr>
              <a:t>Example citation hyperlink: ETH Zurich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Synthetic compatibility fixture. Values are test data; no research result is asserted.</a:t>
            </a:r>
          </a:p>
        </p:txBody>
      </p:sp>
      <p:sp>
        <p:nvSpPr>
          <p:cNvPr id="9" name="Authored synthetic response values"/>
          <p:cNvSpPr txBox="1"/>
          <p:nvPr/>
        </p:nvSpPr>
        <p:spPr>
          <a:xfrm>
            <a:off x="457200" y="306324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Control: 3 a.u.</a:t>
            </a:r>
          </a:p>
          <a:p>
            <a:pPr>
              <a:defRPr sz="1500"/>
            </a:pPr>
            <a:r>
              <a:t>Treatment: 7 a.u.</a:t>
            </a:r>
          </a:p>
          <a:p>
            <a:pPr>
              <a:defRPr sz="1500"/>
            </a:pPr>
            <a:r>
              <a:t>Synthetic difference: +4 a.u.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